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Public Sans" panose="020B0604020202020204" charset="0"/>
      <p:regular r:id="rId5"/>
    </p:embeddedFont>
    <p:embeddedFont>
      <p:font typeface="Public Sans Bold" panose="020B0604020202020204" charset="0"/>
      <p:regular r:id="rId6"/>
    </p:embeddedFont>
    <p:embeddedFont>
      <p:font typeface="Public Sans Medium" panose="020B0604020202020204" charset="0"/>
      <p:regular r:id="rId7"/>
    </p:embeddedFont>
    <p:embeddedFont>
      <p:font typeface="Times New Roman Bold" panose="02020803070505020304" pitchFamily="18" charset="0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5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4DDD3B-B833-4F58-8F95-103A8A0E20CB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21690E8-9069-4B1E-99FE-0B66205AC0F6}">
      <dgm:prSet phldrT="[Text]" custT="1"/>
      <dgm:spPr/>
      <dgm:t>
        <a:bodyPr/>
        <a:lstStyle/>
        <a:p>
          <a:pPr algn="ctr"/>
          <a:r>
            <a:rPr lang="en-IN" sz="2400" dirty="0"/>
            <a:t>DAILY </a:t>
          </a:r>
          <a:r>
            <a:rPr lang="en-IN" sz="2000" dirty="0"/>
            <a:t>CONSUMPTION</a:t>
          </a:r>
          <a:r>
            <a:rPr lang="en-IN" sz="2400" dirty="0"/>
            <a:t> PREDICTION</a:t>
          </a:r>
        </a:p>
      </dgm:t>
    </dgm:pt>
    <dgm:pt modelId="{67BC5D94-CBAF-4601-8576-3D7D712E1D27}" type="parTrans" cxnId="{BA45066B-EAFE-4639-B012-EBA3CFC88E20}">
      <dgm:prSet/>
      <dgm:spPr/>
      <dgm:t>
        <a:bodyPr/>
        <a:lstStyle/>
        <a:p>
          <a:endParaRPr lang="en-IN"/>
        </a:p>
      </dgm:t>
    </dgm:pt>
    <dgm:pt modelId="{2FC54F88-D39F-4A01-A843-7868A563FD36}" type="sibTrans" cxnId="{BA45066B-EAFE-4639-B012-EBA3CFC88E20}">
      <dgm:prSet/>
      <dgm:spPr/>
      <dgm:t>
        <a:bodyPr/>
        <a:lstStyle/>
        <a:p>
          <a:endParaRPr lang="en-IN"/>
        </a:p>
      </dgm:t>
    </dgm:pt>
    <dgm:pt modelId="{3FBFDC77-A769-495D-B417-C42CC4C3CD7C}">
      <dgm:prSet phldrT="[Text]"/>
      <dgm:spPr/>
      <dgm:t>
        <a:bodyPr/>
        <a:lstStyle/>
        <a:p>
          <a:r>
            <a:rPr lang="en-IN" dirty="0">
              <a:solidFill>
                <a:schemeClr val="bg1"/>
              </a:solidFill>
            </a:rPr>
            <a:t>MONTHLY CONSUMPTION PREDICTION</a:t>
          </a:r>
        </a:p>
      </dgm:t>
    </dgm:pt>
    <dgm:pt modelId="{1D14B12D-F433-48D6-BD2B-DB072995B568}" type="parTrans" cxnId="{CBB6B099-A228-4F47-8BB4-53CA306DA804}">
      <dgm:prSet/>
      <dgm:spPr/>
      <dgm:t>
        <a:bodyPr/>
        <a:lstStyle/>
        <a:p>
          <a:endParaRPr lang="en-IN"/>
        </a:p>
      </dgm:t>
    </dgm:pt>
    <dgm:pt modelId="{C0DAEE28-8740-4D08-88EE-C78DD3B68528}" type="sibTrans" cxnId="{CBB6B099-A228-4F47-8BB4-53CA306DA804}">
      <dgm:prSet/>
      <dgm:spPr/>
      <dgm:t>
        <a:bodyPr/>
        <a:lstStyle/>
        <a:p>
          <a:endParaRPr lang="en-IN"/>
        </a:p>
      </dgm:t>
    </dgm:pt>
    <dgm:pt modelId="{C00A562E-B39B-4E1E-A8E3-AD1B73E7BFA7}">
      <dgm:prSet phldrT="[Text]" custT="1"/>
      <dgm:spPr/>
      <dgm:t>
        <a:bodyPr/>
        <a:lstStyle/>
        <a:p>
          <a:r>
            <a:rPr lang="en-IN" sz="2400" dirty="0"/>
            <a:t>SOLAR ENERGY PREDICTION</a:t>
          </a:r>
        </a:p>
      </dgm:t>
    </dgm:pt>
    <dgm:pt modelId="{C642B3EF-FED0-4A78-B488-B0E75D53E504}" type="parTrans" cxnId="{CAA82B7D-7F38-4482-8A52-5164DFEDC88B}">
      <dgm:prSet/>
      <dgm:spPr/>
      <dgm:t>
        <a:bodyPr/>
        <a:lstStyle/>
        <a:p>
          <a:endParaRPr lang="en-IN"/>
        </a:p>
      </dgm:t>
    </dgm:pt>
    <dgm:pt modelId="{A6448B18-291A-43D4-9EEC-918A33D4CA91}" type="sibTrans" cxnId="{CAA82B7D-7F38-4482-8A52-5164DFEDC88B}">
      <dgm:prSet/>
      <dgm:spPr/>
      <dgm:t>
        <a:bodyPr/>
        <a:lstStyle/>
        <a:p>
          <a:endParaRPr lang="en-IN"/>
        </a:p>
      </dgm:t>
    </dgm:pt>
    <dgm:pt modelId="{49A45CF6-D6C6-4D56-B72F-91E6E646A5C9}">
      <dgm:prSet phldrT="[Text]"/>
      <dgm:spPr/>
      <dgm:t>
        <a:bodyPr/>
        <a:lstStyle/>
        <a:p>
          <a:pPr algn="ctr"/>
          <a:r>
            <a:rPr lang="en-IN" dirty="0"/>
            <a:t>PREDICTIVE MAINTENANCE</a:t>
          </a:r>
        </a:p>
      </dgm:t>
    </dgm:pt>
    <dgm:pt modelId="{2F610E6C-270A-4A53-BE7E-63A9AF7EFE04}" type="parTrans" cxnId="{04F34325-9600-479F-B1E6-228EEC5BBDE3}">
      <dgm:prSet/>
      <dgm:spPr/>
      <dgm:t>
        <a:bodyPr/>
        <a:lstStyle/>
        <a:p>
          <a:endParaRPr lang="en-IN"/>
        </a:p>
      </dgm:t>
    </dgm:pt>
    <dgm:pt modelId="{94E44A07-141B-4B5D-A528-08CC59883E74}" type="sibTrans" cxnId="{04F34325-9600-479F-B1E6-228EEC5BBDE3}">
      <dgm:prSet/>
      <dgm:spPr/>
      <dgm:t>
        <a:bodyPr/>
        <a:lstStyle/>
        <a:p>
          <a:endParaRPr lang="en-IN"/>
        </a:p>
      </dgm:t>
    </dgm:pt>
    <dgm:pt modelId="{7C196B0A-0F8B-4962-A6F3-4098182D8559}">
      <dgm:prSet phldrT="[Text]" custT="1"/>
      <dgm:spPr/>
      <dgm:t>
        <a:bodyPr/>
        <a:lstStyle/>
        <a:p>
          <a:r>
            <a:rPr lang="en-IN" sz="2400" dirty="0"/>
            <a:t>OCCUPANCY</a:t>
          </a:r>
          <a:r>
            <a:rPr lang="en-IN" sz="2000" dirty="0"/>
            <a:t> </a:t>
          </a:r>
          <a:r>
            <a:rPr lang="en-IN" sz="2400" dirty="0"/>
            <a:t>DETECTION</a:t>
          </a:r>
        </a:p>
      </dgm:t>
    </dgm:pt>
    <dgm:pt modelId="{DC7A30C4-0D1C-43D6-A680-E10E3978A86F}" type="parTrans" cxnId="{7E183B8D-0B21-4955-B3D5-1BD774316FA3}">
      <dgm:prSet/>
      <dgm:spPr/>
      <dgm:t>
        <a:bodyPr/>
        <a:lstStyle/>
        <a:p>
          <a:endParaRPr lang="en-IN"/>
        </a:p>
      </dgm:t>
    </dgm:pt>
    <dgm:pt modelId="{F698F202-E2AF-4594-9FCE-D9A37022FE27}" type="sibTrans" cxnId="{7E183B8D-0B21-4955-B3D5-1BD774316FA3}">
      <dgm:prSet/>
      <dgm:spPr/>
      <dgm:t>
        <a:bodyPr/>
        <a:lstStyle/>
        <a:p>
          <a:endParaRPr lang="en-IN"/>
        </a:p>
      </dgm:t>
    </dgm:pt>
    <dgm:pt modelId="{D7495F29-6FE2-4E40-9298-E073BF9F4ED4}">
      <dgm:prSet phldrT="[Text]"/>
      <dgm:spPr/>
      <dgm:t>
        <a:bodyPr/>
        <a:lstStyle/>
        <a:p>
          <a:endParaRPr lang="en-IN" dirty="0"/>
        </a:p>
      </dgm:t>
    </dgm:pt>
    <dgm:pt modelId="{5DD21F63-9A34-4CFE-9FE5-981D32E67337}" type="parTrans" cxnId="{C5E4985C-1108-4882-9235-FDBEA09BCC0D}">
      <dgm:prSet/>
      <dgm:spPr/>
      <dgm:t>
        <a:bodyPr/>
        <a:lstStyle/>
        <a:p>
          <a:endParaRPr lang="en-IN"/>
        </a:p>
      </dgm:t>
    </dgm:pt>
    <dgm:pt modelId="{590CB4FC-AD1F-473A-982C-99940B7B20B6}" type="sibTrans" cxnId="{C5E4985C-1108-4882-9235-FDBEA09BCC0D}">
      <dgm:prSet/>
      <dgm:spPr/>
      <dgm:t>
        <a:bodyPr/>
        <a:lstStyle/>
        <a:p>
          <a:endParaRPr lang="en-IN"/>
        </a:p>
      </dgm:t>
    </dgm:pt>
    <dgm:pt modelId="{D44C6037-B7FB-4D37-9D96-E07F2DD6408F}" type="pres">
      <dgm:prSet presAssocID="{644DDD3B-B833-4F58-8F95-103A8A0E20CB}" presName="Name0" presStyleCnt="0">
        <dgm:presLayoutVars>
          <dgm:chMax/>
          <dgm:chPref/>
          <dgm:dir/>
          <dgm:animLvl val="lvl"/>
        </dgm:presLayoutVars>
      </dgm:prSet>
      <dgm:spPr/>
    </dgm:pt>
    <dgm:pt modelId="{29165407-C0C6-49B9-8416-7C43699F4F91}" type="pres">
      <dgm:prSet presAssocID="{E21690E8-9069-4B1E-99FE-0B66205AC0F6}" presName="composite" presStyleCnt="0"/>
      <dgm:spPr/>
    </dgm:pt>
    <dgm:pt modelId="{424283D4-776A-4A86-BA64-5B85D25E11C3}" type="pres">
      <dgm:prSet presAssocID="{E21690E8-9069-4B1E-99FE-0B66205AC0F6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6856C871-B9AC-46D2-83A4-53F2FC49B1F7}" type="pres">
      <dgm:prSet presAssocID="{E21690E8-9069-4B1E-99FE-0B66205AC0F6}" presName="Childtext1" presStyleLbl="revTx" presStyleIdx="0" presStyleCnt="3" custScaleX="63167" custScaleY="94120" custLinFactX="-76366" custLinFactNeighborX="-100000" custLinFactNeighborY="4849">
        <dgm:presLayoutVars>
          <dgm:chMax val="0"/>
          <dgm:chPref val="0"/>
          <dgm:bulletEnabled val="1"/>
        </dgm:presLayoutVars>
      </dgm:prSet>
      <dgm:spPr/>
    </dgm:pt>
    <dgm:pt modelId="{13F08529-C9A6-44B7-8100-CEA1D6344491}" type="pres">
      <dgm:prSet presAssocID="{E21690E8-9069-4B1E-99FE-0B66205AC0F6}" presName="BalanceSpacing" presStyleCnt="0"/>
      <dgm:spPr/>
    </dgm:pt>
    <dgm:pt modelId="{7145D604-7E1A-49B5-A07E-6D40D9137C9E}" type="pres">
      <dgm:prSet presAssocID="{E21690E8-9069-4B1E-99FE-0B66205AC0F6}" presName="BalanceSpacing1" presStyleCnt="0"/>
      <dgm:spPr/>
    </dgm:pt>
    <dgm:pt modelId="{E96B5BCF-F14F-45C3-9B10-04FEF914F86D}" type="pres">
      <dgm:prSet presAssocID="{2FC54F88-D39F-4A01-A843-7868A563FD36}" presName="Accent1Text" presStyleLbl="node1" presStyleIdx="1" presStyleCnt="6"/>
      <dgm:spPr/>
    </dgm:pt>
    <dgm:pt modelId="{70AA72B5-5E8C-443B-B452-BEDD15B84DFE}" type="pres">
      <dgm:prSet presAssocID="{2FC54F88-D39F-4A01-A843-7868A563FD36}" presName="spaceBetweenRectangles" presStyleCnt="0"/>
      <dgm:spPr/>
    </dgm:pt>
    <dgm:pt modelId="{447F2886-E4CD-42C9-8BBA-3AFF5F5E674D}" type="pres">
      <dgm:prSet presAssocID="{C00A562E-B39B-4E1E-A8E3-AD1B73E7BFA7}" presName="composite" presStyleCnt="0"/>
      <dgm:spPr/>
    </dgm:pt>
    <dgm:pt modelId="{FDA2F62F-5C5B-41FD-BB56-0DBCA00EA994}" type="pres">
      <dgm:prSet presAssocID="{C00A562E-B39B-4E1E-A8E3-AD1B73E7BFA7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911AD850-7FB1-42A6-A2FE-26E4BDD48501}" type="pres">
      <dgm:prSet presAssocID="{C00A562E-B39B-4E1E-A8E3-AD1B73E7BFA7}" presName="Childtext1" presStyleLbl="revTx" presStyleIdx="1" presStyleCnt="3" custScaleX="61727" custLinFactX="82656" custLinFactNeighborX="100000" custLinFactNeighborY="-1293">
        <dgm:presLayoutVars>
          <dgm:chMax val="0"/>
          <dgm:chPref val="0"/>
          <dgm:bulletEnabled val="1"/>
        </dgm:presLayoutVars>
      </dgm:prSet>
      <dgm:spPr/>
    </dgm:pt>
    <dgm:pt modelId="{D5B8E9E3-E13C-4D9F-AB6A-80881F7BB8E2}" type="pres">
      <dgm:prSet presAssocID="{C00A562E-B39B-4E1E-A8E3-AD1B73E7BFA7}" presName="BalanceSpacing" presStyleCnt="0"/>
      <dgm:spPr/>
    </dgm:pt>
    <dgm:pt modelId="{A8F1F527-80A2-4DE9-B848-7E02A433A1C4}" type="pres">
      <dgm:prSet presAssocID="{C00A562E-B39B-4E1E-A8E3-AD1B73E7BFA7}" presName="BalanceSpacing1" presStyleCnt="0"/>
      <dgm:spPr/>
    </dgm:pt>
    <dgm:pt modelId="{8F3ACED0-A9A1-46D4-AA6E-D49D1EDDD253}" type="pres">
      <dgm:prSet presAssocID="{A6448B18-291A-43D4-9EEC-918A33D4CA91}" presName="Accent1Text" presStyleLbl="node1" presStyleIdx="3" presStyleCnt="6"/>
      <dgm:spPr/>
    </dgm:pt>
    <dgm:pt modelId="{BADE5A96-AFB3-4FF2-9DBD-08FC54597058}" type="pres">
      <dgm:prSet presAssocID="{A6448B18-291A-43D4-9EEC-918A33D4CA91}" presName="spaceBetweenRectangles" presStyleCnt="0"/>
      <dgm:spPr/>
    </dgm:pt>
    <dgm:pt modelId="{0C919893-6CB3-4610-A525-EE47A9743274}" type="pres">
      <dgm:prSet presAssocID="{7C196B0A-0F8B-4962-A6F3-4098182D8559}" presName="composite" presStyleCnt="0"/>
      <dgm:spPr/>
    </dgm:pt>
    <dgm:pt modelId="{74AF746A-1BA3-4922-9C87-F947AA4E7E02}" type="pres">
      <dgm:prSet presAssocID="{7C196B0A-0F8B-4962-A6F3-4098182D8559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C35B948C-B6C3-410A-BD1A-B4513897881D}" type="pres">
      <dgm:prSet presAssocID="{7C196B0A-0F8B-4962-A6F3-4098182D8559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04A8BED9-E64E-47E0-AAAE-7DD54AA53121}" type="pres">
      <dgm:prSet presAssocID="{7C196B0A-0F8B-4962-A6F3-4098182D8559}" presName="BalanceSpacing" presStyleCnt="0"/>
      <dgm:spPr/>
    </dgm:pt>
    <dgm:pt modelId="{A550626A-E7CA-472C-8F30-D9BD356FC4BE}" type="pres">
      <dgm:prSet presAssocID="{7C196B0A-0F8B-4962-A6F3-4098182D8559}" presName="BalanceSpacing1" presStyleCnt="0"/>
      <dgm:spPr/>
    </dgm:pt>
    <dgm:pt modelId="{767DB2B6-1490-4088-B38E-A0A2AC20F257}" type="pres">
      <dgm:prSet presAssocID="{F698F202-E2AF-4594-9FCE-D9A37022FE27}" presName="Accent1Text" presStyleLbl="node1" presStyleIdx="5" presStyleCnt="6"/>
      <dgm:spPr/>
    </dgm:pt>
  </dgm:ptLst>
  <dgm:cxnLst>
    <dgm:cxn modelId="{BE9A450A-C976-404D-A75E-734E7A46CCCF}" type="presOf" srcId="{C00A562E-B39B-4E1E-A8E3-AD1B73E7BFA7}" destId="{FDA2F62F-5C5B-41FD-BB56-0DBCA00EA994}" srcOrd="0" destOrd="0" presId="urn:microsoft.com/office/officeart/2008/layout/AlternatingHexagons"/>
    <dgm:cxn modelId="{04F34325-9600-479F-B1E6-228EEC5BBDE3}" srcId="{C00A562E-B39B-4E1E-A8E3-AD1B73E7BFA7}" destId="{49A45CF6-D6C6-4D56-B72F-91E6E646A5C9}" srcOrd="0" destOrd="0" parTransId="{2F610E6C-270A-4A53-BE7E-63A9AF7EFE04}" sibTransId="{94E44A07-141B-4B5D-A528-08CC59883E74}"/>
    <dgm:cxn modelId="{985F1E2D-22B1-4805-A294-963D7BD46243}" type="presOf" srcId="{D7495F29-6FE2-4E40-9298-E073BF9F4ED4}" destId="{C35B948C-B6C3-410A-BD1A-B4513897881D}" srcOrd="0" destOrd="0" presId="urn:microsoft.com/office/officeart/2008/layout/AlternatingHexagons"/>
    <dgm:cxn modelId="{34445734-74F7-4BBD-BDC6-D688298DA8CF}" type="presOf" srcId="{F698F202-E2AF-4594-9FCE-D9A37022FE27}" destId="{767DB2B6-1490-4088-B38E-A0A2AC20F257}" srcOrd="0" destOrd="0" presId="urn:microsoft.com/office/officeart/2008/layout/AlternatingHexagons"/>
    <dgm:cxn modelId="{C5E4985C-1108-4882-9235-FDBEA09BCC0D}" srcId="{7C196B0A-0F8B-4962-A6F3-4098182D8559}" destId="{D7495F29-6FE2-4E40-9298-E073BF9F4ED4}" srcOrd="0" destOrd="0" parTransId="{5DD21F63-9A34-4CFE-9FE5-981D32E67337}" sibTransId="{590CB4FC-AD1F-473A-982C-99940B7B20B6}"/>
    <dgm:cxn modelId="{BA45066B-EAFE-4639-B012-EBA3CFC88E20}" srcId="{644DDD3B-B833-4F58-8F95-103A8A0E20CB}" destId="{E21690E8-9069-4B1E-99FE-0B66205AC0F6}" srcOrd="0" destOrd="0" parTransId="{67BC5D94-CBAF-4601-8576-3D7D712E1D27}" sibTransId="{2FC54F88-D39F-4A01-A843-7868A563FD36}"/>
    <dgm:cxn modelId="{78C8896C-A1FD-4359-94AD-1A76697348B5}" type="presOf" srcId="{49A45CF6-D6C6-4D56-B72F-91E6E646A5C9}" destId="{911AD850-7FB1-42A6-A2FE-26E4BDD48501}" srcOrd="0" destOrd="0" presId="urn:microsoft.com/office/officeart/2008/layout/AlternatingHexagons"/>
    <dgm:cxn modelId="{A2736A59-A4B8-4111-8A07-F430184E8296}" type="presOf" srcId="{7C196B0A-0F8B-4962-A6F3-4098182D8559}" destId="{74AF746A-1BA3-4922-9C87-F947AA4E7E02}" srcOrd="0" destOrd="0" presId="urn:microsoft.com/office/officeart/2008/layout/AlternatingHexagons"/>
    <dgm:cxn modelId="{C26DB27A-3D64-4BAD-8F65-64FB6229836D}" type="presOf" srcId="{E21690E8-9069-4B1E-99FE-0B66205AC0F6}" destId="{424283D4-776A-4A86-BA64-5B85D25E11C3}" srcOrd="0" destOrd="0" presId="urn:microsoft.com/office/officeart/2008/layout/AlternatingHexagons"/>
    <dgm:cxn modelId="{CAA82B7D-7F38-4482-8A52-5164DFEDC88B}" srcId="{644DDD3B-B833-4F58-8F95-103A8A0E20CB}" destId="{C00A562E-B39B-4E1E-A8E3-AD1B73E7BFA7}" srcOrd="1" destOrd="0" parTransId="{C642B3EF-FED0-4A78-B488-B0E75D53E504}" sibTransId="{A6448B18-291A-43D4-9EEC-918A33D4CA91}"/>
    <dgm:cxn modelId="{AD80DC8B-9019-48FA-B72E-0016D3D06DF2}" type="presOf" srcId="{3FBFDC77-A769-495D-B417-C42CC4C3CD7C}" destId="{6856C871-B9AC-46D2-83A4-53F2FC49B1F7}" srcOrd="0" destOrd="0" presId="urn:microsoft.com/office/officeart/2008/layout/AlternatingHexagons"/>
    <dgm:cxn modelId="{7E183B8D-0B21-4955-B3D5-1BD774316FA3}" srcId="{644DDD3B-B833-4F58-8F95-103A8A0E20CB}" destId="{7C196B0A-0F8B-4962-A6F3-4098182D8559}" srcOrd="2" destOrd="0" parTransId="{DC7A30C4-0D1C-43D6-A680-E10E3978A86F}" sibTransId="{F698F202-E2AF-4594-9FCE-D9A37022FE27}"/>
    <dgm:cxn modelId="{CBB6B099-A228-4F47-8BB4-53CA306DA804}" srcId="{E21690E8-9069-4B1E-99FE-0B66205AC0F6}" destId="{3FBFDC77-A769-495D-B417-C42CC4C3CD7C}" srcOrd="0" destOrd="0" parTransId="{1D14B12D-F433-48D6-BD2B-DB072995B568}" sibTransId="{C0DAEE28-8740-4D08-88EE-C78DD3B68528}"/>
    <dgm:cxn modelId="{CB46E8DF-92D2-43C5-84C6-B6973C6DD7D4}" type="presOf" srcId="{A6448B18-291A-43D4-9EEC-918A33D4CA91}" destId="{8F3ACED0-A9A1-46D4-AA6E-D49D1EDDD253}" srcOrd="0" destOrd="0" presId="urn:microsoft.com/office/officeart/2008/layout/AlternatingHexagons"/>
    <dgm:cxn modelId="{AEB530EA-CCAC-48DD-B665-17B5A1D6A5BD}" type="presOf" srcId="{644DDD3B-B833-4F58-8F95-103A8A0E20CB}" destId="{D44C6037-B7FB-4D37-9D96-E07F2DD6408F}" srcOrd="0" destOrd="0" presId="urn:microsoft.com/office/officeart/2008/layout/AlternatingHexagons"/>
    <dgm:cxn modelId="{E14F71F0-5C52-45D7-B189-387E3CCD2067}" type="presOf" srcId="{2FC54F88-D39F-4A01-A843-7868A563FD36}" destId="{E96B5BCF-F14F-45C3-9B10-04FEF914F86D}" srcOrd="0" destOrd="0" presId="urn:microsoft.com/office/officeart/2008/layout/AlternatingHexagons"/>
    <dgm:cxn modelId="{47FE4A43-592B-4D02-B08E-17E314AC942D}" type="presParOf" srcId="{D44C6037-B7FB-4D37-9D96-E07F2DD6408F}" destId="{29165407-C0C6-49B9-8416-7C43699F4F91}" srcOrd="0" destOrd="0" presId="urn:microsoft.com/office/officeart/2008/layout/AlternatingHexagons"/>
    <dgm:cxn modelId="{13A57FB9-6EB3-4B78-BC68-90DDB89F3F7A}" type="presParOf" srcId="{29165407-C0C6-49B9-8416-7C43699F4F91}" destId="{424283D4-776A-4A86-BA64-5B85D25E11C3}" srcOrd="0" destOrd="0" presId="urn:microsoft.com/office/officeart/2008/layout/AlternatingHexagons"/>
    <dgm:cxn modelId="{1C505173-F34A-40E8-A567-C763D9EFF21E}" type="presParOf" srcId="{29165407-C0C6-49B9-8416-7C43699F4F91}" destId="{6856C871-B9AC-46D2-83A4-53F2FC49B1F7}" srcOrd="1" destOrd="0" presId="urn:microsoft.com/office/officeart/2008/layout/AlternatingHexagons"/>
    <dgm:cxn modelId="{E0991746-2EF1-4FF6-8356-879FBF7930E8}" type="presParOf" srcId="{29165407-C0C6-49B9-8416-7C43699F4F91}" destId="{13F08529-C9A6-44B7-8100-CEA1D6344491}" srcOrd="2" destOrd="0" presId="urn:microsoft.com/office/officeart/2008/layout/AlternatingHexagons"/>
    <dgm:cxn modelId="{02A677F7-58AE-4AB0-AC5C-E091A33F151C}" type="presParOf" srcId="{29165407-C0C6-49B9-8416-7C43699F4F91}" destId="{7145D604-7E1A-49B5-A07E-6D40D9137C9E}" srcOrd="3" destOrd="0" presId="urn:microsoft.com/office/officeart/2008/layout/AlternatingHexagons"/>
    <dgm:cxn modelId="{357E5B3E-E0B6-43C4-88B6-C28639480BC8}" type="presParOf" srcId="{29165407-C0C6-49B9-8416-7C43699F4F91}" destId="{E96B5BCF-F14F-45C3-9B10-04FEF914F86D}" srcOrd="4" destOrd="0" presId="urn:microsoft.com/office/officeart/2008/layout/AlternatingHexagons"/>
    <dgm:cxn modelId="{5EA68A44-AC7B-44BB-BF52-95C01D654879}" type="presParOf" srcId="{D44C6037-B7FB-4D37-9D96-E07F2DD6408F}" destId="{70AA72B5-5E8C-443B-B452-BEDD15B84DFE}" srcOrd="1" destOrd="0" presId="urn:microsoft.com/office/officeart/2008/layout/AlternatingHexagons"/>
    <dgm:cxn modelId="{61C7279B-DBA3-4965-950B-C5251E6A5FC7}" type="presParOf" srcId="{D44C6037-B7FB-4D37-9D96-E07F2DD6408F}" destId="{447F2886-E4CD-42C9-8BBA-3AFF5F5E674D}" srcOrd="2" destOrd="0" presId="urn:microsoft.com/office/officeart/2008/layout/AlternatingHexagons"/>
    <dgm:cxn modelId="{D13C6AE2-DBF1-49AD-A429-3F58565A8143}" type="presParOf" srcId="{447F2886-E4CD-42C9-8BBA-3AFF5F5E674D}" destId="{FDA2F62F-5C5B-41FD-BB56-0DBCA00EA994}" srcOrd="0" destOrd="0" presId="urn:microsoft.com/office/officeart/2008/layout/AlternatingHexagons"/>
    <dgm:cxn modelId="{9A11B84B-7BF7-483A-8295-23B4EEC946DC}" type="presParOf" srcId="{447F2886-E4CD-42C9-8BBA-3AFF5F5E674D}" destId="{911AD850-7FB1-42A6-A2FE-26E4BDD48501}" srcOrd="1" destOrd="0" presId="urn:microsoft.com/office/officeart/2008/layout/AlternatingHexagons"/>
    <dgm:cxn modelId="{B17E2FEE-0D18-4526-8A0E-7F28436CDCDE}" type="presParOf" srcId="{447F2886-E4CD-42C9-8BBA-3AFF5F5E674D}" destId="{D5B8E9E3-E13C-4D9F-AB6A-80881F7BB8E2}" srcOrd="2" destOrd="0" presId="urn:microsoft.com/office/officeart/2008/layout/AlternatingHexagons"/>
    <dgm:cxn modelId="{8F58F17B-FF77-486C-B72B-1254A151143C}" type="presParOf" srcId="{447F2886-E4CD-42C9-8BBA-3AFF5F5E674D}" destId="{A8F1F527-80A2-4DE9-B848-7E02A433A1C4}" srcOrd="3" destOrd="0" presId="urn:microsoft.com/office/officeart/2008/layout/AlternatingHexagons"/>
    <dgm:cxn modelId="{1B58E937-0499-4DE8-A95B-7CE72C01EAFE}" type="presParOf" srcId="{447F2886-E4CD-42C9-8BBA-3AFF5F5E674D}" destId="{8F3ACED0-A9A1-46D4-AA6E-D49D1EDDD253}" srcOrd="4" destOrd="0" presId="urn:microsoft.com/office/officeart/2008/layout/AlternatingHexagons"/>
    <dgm:cxn modelId="{1884DE72-1BDA-4E82-AB34-57C06F51264F}" type="presParOf" srcId="{D44C6037-B7FB-4D37-9D96-E07F2DD6408F}" destId="{BADE5A96-AFB3-4FF2-9DBD-08FC54597058}" srcOrd="3" destOrd="0" presId="urn:microsoft.com/office/officeart/2008/layout/AlternatingHexagons"/>
    <dgm:cxn modelId="{3C795E24-7EF4-43DB-AA44-99623B856633}" type="presParOf" srcId="{D44C6037-B7FB-4D37-9D96-E07F2DD6408F}" destId="{0C919893-6CB3-4610-A525-EE47A9743274}" srcOrd="4" destOrd="0" presId="urn:microsoft.com/office/officeart/2008/layout/AlternatingHexagons"/>
    <dgm:cxn modelId="{E7E3F2AD-BB53-4AEB-BF03-61538B0077A3}" type="presParOf" srcId="{0C919893-6CB3-4610-A525-EE47A9743274}" destId="{74AF746A-1BA3-4922-9C87-F947AA4E7E02}" srcOrd="0" destOrd="0" presId="urn:microsoft.com/office/officeart/2008/layout/AlternatingHexagons"/>
    <dgm:cxn modelId="{BAC58253-D59F-45CD-90E1-5F9229960A27}" type="presParOf" srcId="{0C919893-6CB3-4610-A525-EE47A9743274}" destId="{C35B948C-B6C3-410A-BD1A-B4513897881D}" srcOrd="1" destOrd="0" presId="urn:microsoft.com/office/officeart/2008/layout/AlternatingHexagons"/>
    <dgm:cxn modelId="{C7DB7955-000E-45B3-B3CB-AFDF191D9FE3}" type="presParOf" srcId="{0C919893-6CB3-4610-A525-EE47A9743274}" destId="{04A8BED9-E64E-47E0-AAAE-7DD54AA53121}" srcOrd="2" destOrd="0" presId="urn:microsoft.com/office/officeart/2008/layout/AlternatingHexagons"/>
    <dgm:cxn modelId="{D05323E5-54E2-44CD-98CD-37359A9476BC}" type="presParOf" srcId="{0C919893-6CB3-4610-A525-EE47A9743274}" destId="{A550626A-E7CA-472C-8F30-D9BD356FC4BE}" srcOrd="3" destOrd="0" presId="urn:microsoft.com/office/officeart/2008/layout/AlternatingHexagons"/>
    <dgm:cxn modelId="{42ADC10C-08D1-4755-8CD2-CB77FB90BD52}" type="presParOf" srcId="{0C919893-6CB3-4610-A525-EE47A9743274}" destId="{767DB2B6-1490-4088-B38E-A0A2AC20F257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4283D4-776A-4A86-BA64-5B85D25E11C3}">
      <dsp:nvSpPr>
        <dsp:cNvPr id="0" name=""/>
        <dsp:cNvSpPr/>
      </dsp:nvSpPr>
      <dsp:spPr>
        <a:xfrm rot="5400000">
          <a:off x="5260209" y="195984"/>
          <a:ext cx="3012942" cy="26212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DAILY </a:t>
          </a:r>
          <a:r>
            <a:rPr lang="en-IN" sz="2000" kern="1200" dirty="0"/>
            <a:t>CONSUMPTION</a:t>
          </a:r>
          <a:r>
            <a:rPr lang="en-IN" sz="2400" kern="1200" dirty="0"/>
            <a:t> PREDICTION</a:t>
          </a:r>
        </a:p>
      </dsp:txBody>
      <dsp:txXfrm rot="-5400000">
        <a:off x="5864530" y="469660"/>
        <a:ext cx="1804300" cy="2073908"/>
      </dsp:txXfrm>
    </dsp:sp>
    <dsp:sp modelId="{6856C871-B9AC-46D2-83A4-53F2FC49B1F7}">
      <dsp:nvSpPr>
        <dsp:cNvPr id="0" name=""/>
        <dsp:cNvSpPr/>
      </dsp:nvSpPr>
      <dsp:spPr>
        <a:xfrm>
          <a:off x="2845889" y="743538"/>
          <a:ext cx="2123955" cy="1701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>
              <a:solidFill>
                <a:schemeClr val="bg1"/>
              </a:solidFill>
            </a:rPr>
            <a:t>MONTHLY CONSUMPTION PREDICTION</a:t>
          </a:r>
        </a:p>
      </dsp:txBody>
      <dsp:txXfrm>
        <a:off x="2845889" y="743538"/>
        <a:ext cx="2123955" cy="1701469"/>
      </dsp:txXfrm>
    </dsp:sp>
    <dsp:sp modelId="{E96B5BCF-F14F-45C3-9B10-04FEF914F86D}">
      <dsp:nvSpPr>
        <dsp:cNvPr id="0" name=""/>
        <dsp:cNvSpPr/>
      </dsp:nvSpPr>
      <dsp:spPr>
        <a:xfrm rot="5400000">
          <a:off x="2429248" y="195984"/>
          <a:ext cx="3012942" cy="26212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 rot="-5400000">
        <a:off x="3033569" y="469660"/>
        <a:ext cx="1804300" cy="2073908"/>
      </dsp:txXfrm>
    </dsp:sp>
    <dsp:sp modelId="{FDA2F62F-5C5B-41FD-BB56-0DBCA00EA994}">
      <dsp:nvSpPr>
        <dsp:cNvPr id="0" name=""/>
        <dsp:cNvSpPr/>
      </dsp:nvSpPr>
      <dsp:spPr>
        <a:xfrm rot="5400000">
          <a:off x="3839305" y="2753369"/>
          <a:ext cx="3012942" cy="26212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SOLAR ENERGY PREDICTION</a:t>
          </a:r>
        </a:p>
      </dsp:txBody>
      <dsp:txXfrm rot="-5400000">
        <a:off x="4443626" y="3027045"/>
        <a:ext cx="1804300" cy="2073908"/>
      </dsp:txXfrm>
    </dsp:sp>
    <dsp:sp modelId="{911AD850-7FB1-42A6-A2FE-26E4BDD48501}">
      <dsp:nvSpPr>
        <dsp:cNvPr id="0" name=""/>
        <dsp:cNvSpPr/>
      </dsp:nvSpPr>
      <dsp:spPr>
        <a:xfrm>
          <a:off x="7238986" y="3136742"/>
          <a:ext cx="2008583" cy="1807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PREDICTIVE MAINTENANCE</a:t>
          </a:r>
        </a:p>
      </dsp:txBody>
      <dsp:txXfrm>
        <a:off x="7238986" y="3136742"/>
        <a:ext cx="2008583" cy="1807765"/>
      </dsp:txXfrm>
    </dsp:sp>
    <dsp:sp modelId="{8F3ACED0-A9A1-46D4-AA6E-D49D1EDDD253}">
      <dsp:nvSpPr>
        <dsp:cNvPr id="0" name=""/>
        <dsp:cNvSpPr/>
      </dsp:nvSpPr>
      <dsp:spPr>
        <a:xfrm rot="5400000">
          <a:off x="6670266" y="2753369"/>
          <a:ext cx="3012942" cy="26212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 rot="-5400000">
        <a:off x="7274587" y="3027045"/>
        <a:ext cx="1804300" cy="2073908"/>
      </dsp:txXfrm>
    </dsp:sp>
    <dsp:sp modelId="{74AF746A-1BA3-4922-9C87-F947AA4E7E02}">
      <dsp:nvSpPr>
        <dsp:cNvPr id="0" name=""/>
        <dsp:cNvSpPr/>
      </dsp:nvSpPr>
      <dsp:spPr>
        <a:xfrm rot="5400000">
          <a:off x="5260209" y="5310755"/>
          <a:ext cx="3012942" cy="26212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OCCUPANCY</a:t>
          </a:r>
          <a:r>
            <a:rPr lang="en-IN" sz="2000" kern="1200" dirty="0"/>
            <a:t> </a:t>
          </a:r>
          <a:r>
            <a:rPr lang="en-IN" sz="2400" kern="1200" dirty="0"/>
            <a:t>DETECTION</a:t>
          </a:r>
        </a:p>
      </dsp:txBody>
      <dsp:txXfrm rot="-5400000">
        <a:off x="5864530" y="5584431"/>
        <a:ext cx="1804300" cy="2073908"/>
      </dsp:txXfrm>
    </dsp:sp>
    <dsp:sp modelId="{C35B948C-B6C3-410A-BD1A-B4513897881D}">
      <dsp:nvSpPr>
        <dsp:cNvPr id="0" name=""/>
        <dsp:cNvSpPr/>
      </dsp:nvSpPr>
      <dsp:spPr>
        <a:xfrm>
          <a:off x="8156852" y="5717502"/>
          <a:ext cx="3362444" cy="1807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300" kern="1200" dirty="0"/>
        </a:p>
      </dsp:txBody>
      <dsp:txXfrm>
        <a:off x="8156852" y="5717502"/>
        <a:ext cx="3362444" cy="1807765"/>
      </dsp:txXfrm>
    </dsp:sp>
    <dsp:sp modelId="{767DB2B6-1490-4088-B38E-A0A2AC20F257}">
      <dsp:nvSpPr>
        <dsp:cNvPr id="0" name=""/>
        <dsp:cNvSpPr/>
      </dsp:nvSpPr>
      <dsp:spPr>
        <a:xfrm rot="5400000">
          <a:off x="2429248" y="5310755"/>
          <a:ext cx="3012942" cy="26212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 rot="-5400000">
        <a:off x="3033569" y="5584431"/>
        <a:ext cx="1804300" cy="20739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2943" y="357806"/>
            <a:ext cx="7521930" cy="9571388"/>
            <a:chOff x="0" y="0"/>
            <a:chExt cx="1981084" cy="25208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81085" cy="2520859"/>
            </a:xfrm>
            <a:custGeom>
              <a:avLst/>
              <a:gdLst/>
              <a:ahLst/>
              <a:cxnLst/>
              <a:rect l="l" t="t" r="r" b="b"/>
              <a:pathLst>
                <a:path w="1981085" h="2520859">
                  <a:moveTo>
                    <a:pt x="0" y="0"/>
                  </a:moveTo>
                  <a:lnTo>
                    <a:pt x="1981085" y="0"/>
                  </a:lnTo>
                  <a:lnTo>
                    <a:pt x="1981085" y="2520859"/>
                  </a:lnTo>
                  <a:lnTo>
                    <a:pt x="0" y="2520859"/>
                  </a:lnTo>
                  <a:close/>
                </a:path>
              </a:pathLst>
            </a:custGeom>
            <a:solidFill>
              <a:srgbClr val="EDF1E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81084" cy="2558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483142" y="1312626"/>
            <a:ext cx="5401532" cy="7661748"/>
          </a:xfrm>
          <a:custGeom>
            <a:avLst/>
            <a:gdLst/>
            <a:ahLst/>
            <a:cxnLst/>
            <a:rect l="l" t="t" r="r" b="b"/>
            <a:pathLst>
              <a:path w="5401532" h="7661748">
                <a:moveTo>
                  <a:pt x="0" y="0"/>
                </a:moveTo>
                <a:lnTo>
                  <a:pt x="5401532" y="0"/>
                </a:lnTo>
                <a:lnTo>
                  <a:pt x="5401532" y="7661748"/>
                </a:lnTo>
                <a:lnTo>
                  <a:pt x="0" y="7661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86705" y="425623"/>
            <a:ext cx="588789" cy="588789"/>
          </a:xfrm>
          <a:custGeom>
            <a:avLst/>
            <a:gdLst/>
            <a:ahLst/>
            <a:cxnLst/>
            <a:rect l="l" t="t" r="r" b="b"/>
            <a:pathLst>
              <a:path w="588789" h="588789">
                <a:moveTo>
                  <a:pt x="0" y="0"/>
                </a:moveTo>
                <a:lnTo>
                  <a:pt x="588790" y="0"/>
                </a:lnTo>
                <a:lnTo>
                  <a:pt x="588790" y="588789"/>
                </a:lnTo>
                <a:lnTo>
                  <a:pt x="0" y="5887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58916" y="1736006"/>
            <a:ext cx="8606097" cy="4156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6000" spc="-725" dirty="0">
                <a:solidFill>
                  <a:srgbClr val="E9F1ED"/>
                </a:solidFill>
                <a:latin typeface="Public Sans"/>
                <a:ea typeface="Public Sans"/>
                <a:cs typeface="Public Sans"/>
                <a:sym typeface="Public Sans"/>
              </a:rPr>
              <a:t>DATA DRIVEN POWER CONSUMPTION</a:t>
            </a:r>
          </a:p>
          <a:p>
            <a:pPr algn="l">
              <a:lnSpc>
                <a:spcPts val="8143"/>
              </a:lnSpc>
            </a:pPr>
            <a:r>
              <a:rPr lang="en-US" sz="6000" spc="-725" dirty="0">
                <a:solidFill>
                  <a:srgbClr val="E9F1ED"/>
                </a:solidFill>
                <a:latin typeface="Public Sans"/>
                <a:ea typeface="Public Sans"/>
                <a:cs typeface="Public Sans"/>
                <a:sym typeface="Public Sans"/>
              </a:rPr>
              <a:t>- </a:t>
            </a:r>
            <a:r>
              <a:rPr lang="en-US" sz="4800" spc="-725" dirty="0" err="1">
                <a:solidFill>
                  <a:srgbClr val="E9F1ED"/>
                </a:solidFill>
                <a:latin typeface="Public Sans"/>
                <a:ea typeface="Public Sans"/>
                <a:cs typeface="Public Sans"/>
                <a:sym typeface="Public Sans"/>
              </a:rPr>
              <a:t>Te</a:t>
            </a:r>
            <a:r>
              <a:rPr lang="en-US" sz="4800" spc="-725" dirty="0">
                <a:solidFill>
                  <a:srgbClr val="E9F1ED"/>
                </a:solidFill>
                <a:latin typeface="Public Sans"/>
                <a:ea typeface="Public Sans"/>
                <a:cs typeface="Public Sans"/>
                <a:sym typeface="Public Sans"/>
              </a:rPr>
              <a:t> a m  B y t e  b </a:t>
            </a:r>
            <a:r>
              <a:rPr lang="en-US" sz="4800" spc="-725">
                <a:solidFill>
                  <a:srgbClr val="E9F1ED"/>
                </a:solidFill>
                <a:latin typeface="Public Sans"/>
                <a:ea typeface="Public Sans"/>
                <a:cs typeface="Public Sans"/>
                <a:sym typeface="Public Sans"/>
              </a:rPr>
              <a:t>o t s  .   </a:t>
            </a:r>
            <a:endParaRPr lang="en-US" sz="4800" spc="-725" dirty="0">
              <a:solidFill>
                <a:srgbClr val="E9F1ED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8143"/>
              </a:lnSpc>
            </a:pPr>
            <a:endParaRPr lang="en-US" sz="8851" spc="-725" dirty="0">
              <a:solidFill>
                <a:srgbClr val="E9F1ED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54143" y="5485236"/>
            <a:ext cx="8215643" cy="451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11"/>
              </a:lnSpc>
              <a:spcBef>
                <a:spcPct val="0"/>
              </a:spcBef>
            </a:pPr>
            <a:r>
              <a:rPr lang="en-US" sz="3911" spc="-320">
                <a:solidFill>
                  <a:srgbClr val="3A3A5B"/>
                </a:solidFill>
                <a:latin typeface="Public Sans"/>
                <a:ea typeface="Public Sans"/>
                <a:cs typeface="Public Sans"/>
                <a:sym typeface="Public Sans"/>
              </a:rPr>
              <a:t>PROBLEM STATEMENT</a:t>
            </a:r>
          </a:p>
        </p:txBody>
      </p:sp>
      <p:sp>
        <p:nvSpPr>
          <p:cNvPr id="9" name="AutoShape 9"/>
          <p:cNvSpPr/>
          <p:nvPr/>
        </p:nvSpPr>
        <p:spPr>
          <a:xfrm>
            <a:off x="1028700" y="9258300"/>
            <a:ext cx="6658294" cy="0"/>
          </a:xfrm>
          <a:prstGeom prst="line">
            <a:avLst/>
          </a:prstGeom>
          <a:ln w="28575" cap="flat">
            <a:solidFill>
              <a:srgbClr val="EDF1E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2155001" y="734305"/>
            <a:ext cx="6658294" cy="0"/>
          </a:xfrm>
          <a:prstGeom prst="line">
            <a:avLst/>
          </a:prstGeom>
          <a:ln w="28575" cap="flat">
            <a:solidFill>
              <a:srgbClr val="EDF1E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891467" y="5256112"/>
            <a:ext cx="9380485" cy="4526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2"/>
              </a:lnSpc>
            </a:pPr>
            <a:r>
              <a:rPr lang="en-US" sz="3651" spc="-299" dirty="0">
                <a:solidFill>
                  <a:srgbClr val="EDF1EF"/>
                </a:solidFill>
                <a:latin typeface="Public Sans"/>
                <a:ea typeface="Public Sans"/>
                <a:cs typeface="Public Sans"/>
                <a:sym typeface="Public Sans"/>
              </a:rPr>
              <a:t>• To achieve the goal of sustainability, our aim is to    reduce the overall power consumption at office premises.</a:t>
            </a:r>
          </a:p>
          <a:p>
            <a:pPr algn="l">
              <a:lnSpc>
                <a:spcPts val="5112"/>
              </a:lnSpc>
            </a:pPr>
            <a:r>
              <a:rPr lang="en-US" sz="3651" spc="-299" dirty="0">
                <a:solidFill>
                  <a:srgbClr val="EDF1EF"/>
                </a:solidFill>
                <a:latin typeface="Public Sans"/>
                <a:ea typeface="Public Sans"/>
                <a:cs typeface="Public Sans"/>
                <a:sym typeface="Public Sans"/>
              </a:rPr>
              <a:t>•  Design the solution such as to provide the power consumption prediction and suggest the optimize way of power utilization</a:t>
            </a:r>
          </a:p>
          <a:p>
            <a:pPr algn="l">
              <a:lnSpc>
                <a:spcPts val="5112"/>
              </a:lnSpc>
              <a:spcBef>
                <a:spcPct val="0"/>
              </a:spcBef>
            </a:pPr>
            <a:endParaRPr lang="en-US" sz="3651" spc="-299" dirty="0">
              <a:solidFill>
                <a:srgbClr val="EDF1E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20"/>
          <p:cNvSpPr/>
          <p:nvPr/>
        </p:nvSpPr>
        <p:spPr>
          <a:xfrm>
            <a:off x="-2055877" y="761839"/>
            <a:ext cx="6492240" cy="0"/>
          </a:xfrm>
          <a:prstGeom prst="line">
            <a:avLst/>
          </a:prstGeom>
          <a:ln w="38100" cap="flat">
            <a:solidFill>
              <a:srgbClr val="E9F1E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14013180" y="742789"/>
            <a:ext cx="6492240" cy="0"/>
          </a:xfrm>
          <a:prstGeom prst="line">
            <a:avLst/>
          </a:prstGeom>
          <a:ln w="38100" cap="flat">
            <a:solidFill>
              <a:srgbClr val="E9F1E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Freeform 22"/>
          <p:cNvSpPr/>
          <p:nvPr/>
        </p:nvSpPr>
        <p:spPr>
          <a:xfrm>
            <a:off x="7464039" y="1837711"/>
            <a:ext cx="10595362" cy="6658587"/>
          </a:xfrm>
          <a:custGeom>
            <a:avLst/>
            <a:gdLst/>
            <a:ahLst/>
            <a:cxnLst/>
            <a:rect l="l" t="t" r="r" b="b"/>
            <a:pathLst>
              <a:path w="11301259" h="5143500">
                <a:moveTo>
                  <a:pt x="0" y="0"/>
                </a:moveTo>
                <a:lnTo>
                  <a:pt x="11301259" y="0"/>
                </a:lnTo>
                <a:lnTo>
                  <a:pt x="11301259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68" r="-2768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295725" y="1637264"/>
            <a:ext cx="1578952" cy="855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500" spc="-533">
                <a:solidFill>
                  <a:srgbClr val="3A3A5B"/>
                </a:solidFill>
                <a:latin typeface="Public Sans"/>
                <a:ea typeface="Public Sans"/>
                <a:cs typeface="Public Sans"/>
                <a:sym typeface="Public Sans"/>
              </a:rPr>
              <a:t>01.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04841" y="3860855"/>
            <a:ext cx="1578952" cy="855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500" spc="-533">
                <a:solidFill>
                  <a:srgbClr val="3A3A5B"/>
                </a:solidFill>
                <a:latin typeface="Public Sans"/>
                <a:ea typeface="Public Sans"/>
                <a:cs typeface="Public Sans"/>
                <a:sym typeface="Public Sans"/>
              </a:rPr>
              <a:t>03.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04841" y="5221025"/>
            <a:ext cx="1578952" cy="855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500" spc="-533">
                <a:solidFill>
                  <a:srgbClr val="3A3A5B"/>
                </a:solidFill>
                <a:latin typeface="Public Sans"/>
                <a:ea typeface="Public Sans"/>
                <a:cs typeface="Public Sans"/>
                <a:sym typeface="Public Sans"/>
              </a:rPr>
              <a:t>04.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04841" y="6734841"/>
            <a:ext cx="1578952" cy="855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500" spc="-533">
                <a:solidFill>
                  <a:srgbClr val="3A3A5B"/>
                </a:solidFill>
                <a:latin typeface="Public Sans"/>
                <a:ea typeface="Public Sans"/>
                <a:cs typeface="Public Sans"/>
                <a:sym typeface="Public Sans"/>
              </a:rPr>
              <a:t>05.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8352604"/>
            <a:ext cx="1578952" cy="855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500" spc="-533">
                <a:solidFill>
                  <a:srgbClr val="3A3A5B"/>
                </a:solidFill>
                <a:latin typeface="Public Sans"/>
                <a:ea typeface="Public Sans"/>
                <a:cs typeface="Public Sans"/>
                <a:sym typeface="Public Sans"/>
              </a:rPr>
              <a:t>06.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720404" y="-73632"/>
            <a:ext cx="8394264" cy="136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 b="1" spc="-590">
                <a:solidFill>
                  <a:srgbClr val="EDF1E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 SYSTEM</a:t>
            </a:r>
          </a:p>
        </p:txBody>
      </p:sp>
      <p:graphicFrame>
        <p:nvGraphicFramePr>
          <p:cNvPr id="36" name="Diagram 35">
            <a:extLst>
              <a:ext uri="{FF2B5EF4-FFF2-40B4-BE49-F238E27FC236}">
                <a16:creationId xmlns:a16="http://schemas.microsoft.com/office/drawing/2014/main" id="{801F2C39-18B9-6B01-A1F8-A257481E2E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9150193"/>
              </p:ext>
            </p:extLst>
          </p:nvPr>
        </p:nvGraphicFramePr>
        <p:xfrm>
          <a:off x="-2362200" y="1397161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2EBFA82A-857C-BC4B-5230-161765C5580D}"/>
              </a:ext>
            </a:extLst>
          </p:cNvPr>
          <p:cNvSpPr txBox="1"/>
          <p:nvPr/>
        </p:nvSpPr>
        <p:spPr>
          <a:xfrm>
            <a:off x="559647" y="7691294"/>
            <a:ext cx="21126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SOLAR ENERGY PREDICTION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70B44E-CC49-AE11-B22F-E1A102ACB8CF}"/>
              </a:ext>
            </a:extLst>
          </p:cNvPr>
          <p:cNvSpPr txBox="1"/>
          <p:nvPr/>
        </p:nvSpPr>
        <p:spPr>
          <a:xfrm>
            <a:off x="547503" y="2282785"/>
            <a:ext cx="21362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MONTHLY </a:t>
            </a:r>
          </a:p>
          <a:p>
            <a:pPr algn="ctr"/>
            <a:r>
              <a:rPr lang="en-IN" sz="2400" dirty="0">
                <a:solidFill>
                  <a:schemeClr val="bg1"/>
                </a:solidFill>
              </a:rPr>
              <a:t>CONSUMPTION</a:t>
            </a:r>
          </a:p>
          <a:p>
            <a:pPr algn="ctr"/>
            <a:r>
              <a:rPr lang="en-IN" sz="2400" dirty="0">
                <a:solidFill>
                  <a:schemeClr val="bg1"/>
                </a:solidFill>
              </a:rPr>
              <a:t> PREDICTION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AB505F-00A3-9E2C-9D86-2479A651200D}"/>
              </a:ext>
            </a:extLst>
          </p:cNvPr>
          <p:cNvSpPr txBox="1"/>
          <p:nvPr/>
        </p:nvSpPr>
        <p:spPr>
          <a:xfrm>
            <a:off x="4876800" y="5045662"/>
            <a:ext cx="20395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HVAC</a:t>
            </a:r>
          </a:p>
          <a:p>
            <a:pPr algn="ctr"/>
            <a:r>
              <a:rPr lang="en-IN" sz="2400" dirty="0">
                <a:solidFill>
                  <a:schemeClr val="bg1"/>
                </a:solidFill>
              </a:rPr>
              <a:t>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58419" y="1849711"/>
            <a:ext cx="7259039" cy="6587578"/>
          </a:xfrm>
          <a:custGeom>
            <a:avLst/>
            <a:gdLst/>
            <a:ahLst/>
            <a:cxnLst/>
            <a:rect l="l" t="t" r="r" b="b"/>
            <a:pathLst>
              <a:path w="7259039" h="6587578">
                <a:moveTo>
                  <a:pt x="0" y="0"/>
                </a:moveTo>
                <a:lnTo>
                  <a:pt x="7259039" y="0"/>
                </a:lnTo>
                <a:lnTo>
                  <a:pt x="7259039" y="6587578"/>
                </a:lnTo>
                <a:lnTo>
                  <a:pt x="0" y="65875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81297"/>
            <a:ext cx="7823124" cy="1186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b="1" spc="-656">
                <a:solidFill>
                  <a:srgbClr val="EDF1E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  SCOPE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1056" y="2900747"/>
            <a:ext cx="10396272" cy="7081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52"/>
              </a:lnSpc>
            </a:pPr>
            <a:r>
              <a:rPr lang="en-US" sz="2779" b="1" spc="166">
                <a:solidFill>
                  <a:srgbClr val="EDF1E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 Cloud Integration:</a:t>
            </a:r>
            <a:r>
              <a:rPr lang="en-US" sz="2779" b="1" spc="166">
                <a:solidFill>
                  <a:srgbClr val="EDF1E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Move data processing and storage to the cloud for better scalability and reliability.</a:t>
            </a:r>
          </a:p>
          <a:p>
            <a:pPr algn="just">
              <a:lnSpc>
                <a:spcPts val="3347"/>
              </a:lnSpc>
            </a:pPr>
            <a:endParaRPr lang="en-US" sz="2779" b="1" spc="166">
              <a:solidFill>
                <a:srgbClr val="EDF1EF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algn="just">
              <a:lnSpc>
                <a:spcPts val="3752"/>
              </a:lnSpc>
            </a:pPr>
            <a:r>
              <a:rPr lang="en-US" sz="2779" b="1" spc="166">
                <a:solidFill>
                  <a:srgbClr val="EDF1E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 User Roles and Permissions:</a:t>
            </a:r>
            <a:r>
              <a:rPr lang="en-US" sz="2779" b="1" spc="166">
                <a:solidFill>
                  <a:srgbClr val="EDF1E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Add features to manage multiple users with different access levels for larger organizations.</a:t>
            </a:r>
          </a:p>
          <a:p>
            <a:pPr algn="just">
              <a:lnSpc>
                <a:spcPts val="3752"/>
              </a:lnSpc>
            </a:pPr>
            <a:endParaRPr lang="en-US" sz="2779" b="1" spc="166">
              <a:solidFill>
                <a:srgbClr val="EDF1EF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algn="just">
              <a:lnSpc>
                <a:spcPts val="3752"/>
              </a:lnSpc>
            </a:pPr>
            <a:r>
              <a:rPr lang="en-US" sz="2779" b="1" spc="166">
                <a:solidFill>
                  <a:srgbClr val="EDF1E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Localization and Language Support: </a:t>
            </a:r>
            <a:r>
              <a:rPr lang="en-US" sz="2779" spc="166">
                <a:solidFill>
                  <a:srgbClr val="EDF1EF"/>
                </a:solidFill>
                <a:latin typeface="Public Sans"/>
                <a:ea typeface="Public Sans"/>
                <a:cs typeface="Public Sans"/>
                <a:sym typeface="Public Sans"/>
              </a:rPr>
              <a:t>Adapt the dashboard for different regions with local languages and units ofmeasurement</a:t>
            </a:r>
          </a:p>
          <a:p>
            <a:pPr algn="just">
              <a:lnSpc>
                <a:spcPts val="3752"/>
              </a:lnSpc>
            </a:pPr>
            <a:endParaRPr lang="en-US" sz="2779" spc="166">
              <a:solidFill>
                <a:srgbClr val="EDF1E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just">
              <a:lnSpc>
                <a:spcPts val="3752"/>
              </a:lnSpc>
            </a:pPr>
            <a:r>
              <a:rPr lang="en-US" sz="2779" b="1" spc="166">
                <a:solidFill>
                  <a:srgbClr val="EDF1E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4. Data Security Enhancements:</a:t>
            </a:r>
            <a:r>
              <a:rPr lang="en-US" sz="2779" spc="166">
                <a:solidFill>
                  <a:srgbClr val="EDF1EF"/>
                </a:solidFill>
                <a:latin typeface="Public Sans"/>
                <a:ea typeface="Public Sans"/>
                <a:cs typeface="Public Sans"/>
                <a:sym typeface="Public Sans"/>
              </a:rPr>
              <a:t> Strengthen security protocols to protect sensitive energy and operational data as the user base grows.</a:t>
            </a:r>
          </a:p>
          <a:p>
            <a:pPr marL="0" lvl="0" indent="0" algn="just">
              <a:lnSpc>
                <a:spcPts val="3752"/>
              </a:lnSpc>
              <a:spcBef>
                <a:spcPct val="0"/>
              </a:spcBef>
            </a:pPr>
            <a:endParaRPr lang="en-US" sz="2779" spc="166">
              <a:solidFill>
                <a:srgbClr val="EDF1E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177</Words>
  <Application>Microsoft Office PowerPoint</Application>
  <PresentationFormat>Custom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Calibri</vt:lpstr>
      <vt:lpstr>Public Sans Medium</vt:lpstr>
      <vt:lpstr>Public Sans</vt:lpstr>
      <vt:lpstr>Public Sans Bold</vt:lpstr>
      <vt:lpstr>Times New Roman Bold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consumption</dc:title>
  <dc:creator>Shubham Gadhave</dc:creator>
  <cp:lastModifiedBy>Shubham Gadhave</cp:lastModifiedBy>
  <cp:revision>5</cp:revision>
  <dcterms:created xsi:type="dcterms:W3CDTF">2006-08-16T00:00:00Z</dcterms:created>
  <dcterms:modified xsi:type="dcterms:W3CDTF">2024-09-18T12:23:20Z</dcterms:modified>
  <dc:identifier>DAGRBfb76Jo</dc:identifier>
</cp:coreProperties>
</file>